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2322" y="2598497"/>
            <a:ext cx="10076782" cy="111415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1F4E79"/>
                </a:solidFill>
                <a:latin typeface="Aptos"/>
              </a:defRPr>
            </a:pPr>
            <a:r>
              <a:rPr sz="3500" dirty="0"/>
              <a:t>Wine Feature-Space Visualization</a:t>
            </a:r>
            <a:br>
              <a:rPr sz="3500" dirty="0"/>
            </a:br>
            <a:r>
              <a:rPr sz="3500" dirty="0"/>
              <a:t>using PCA &amp; t-SNE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57800"/>
            <a:ext cx="3200400" cy="7755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300" b="1">
                <a:solidFill>
                  <a:srgbClr val="2D2D2D"/>
                </a:solidFill>
                <a:latin typeface="Aptos"/>
              </a:defRPr>
            </a:pPr>
            <a:r>
              <a:rPr sz="1600" dirty="0"/>
              <a:t>BY:</a:t>
            </a:r>
            <a:br>
              <a:rPr sz="1600" dirty="0"/>
            </a:br>
            <a:r>
              <a:rPr sz="1600" dirty="0"/>
              <a:t>2520030365 - ANGELA</a:t>
            </a:r>
            <a:br>
              <a:rPr sz="1600" dirty="0"/>
            </a:br>
            <a:r>
              <a:rPr sz="1600" dirty="0"/>
              <a:t>2520030371 - HAVISHAA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Aptos"/>
              </a:defRPr>
            </a:pPr>
            <a:r>
              <a:t>Wine datasets describe each wine through many physicochemical attributes at once. Analyzing them together is difficult because the data is high-dimensional.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SELECTED WINE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73152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Fixed Acidity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0" y="2331720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Volatile Acidity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32120" y="233172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328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Citric Acid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2331720"/>
            <a:ext cx="73152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Residual Sugar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79"/>
            <a:ext cx="73152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Density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08960" y="2926079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012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Sulphates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32120" y="2926079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3328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Alcohol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611880"/>
            <a:ext cx="6400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ptos"/>
              </a:defRPr>
            </a:pPr>
            <a:r>
              <a:t>11 physicochemical features per wine  →  hard to inspect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5943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Tables &amp; individual comparisons may not reveal: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6177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63600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5994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Similar wine profiles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9204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4" name="Oval 33"/>
          <p:cNvSpPr/>
          <p:nvPr/>
        </p:nvSpPr>
        <p:spPr>
          <a:xfrm>
            <a:off x="73152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19379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Groups of wines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48640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26480" y="46177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63600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599432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Relationships between chemical attributes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892040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2" name="Oval 41"/>
          <p:cNvSpPr/>
          <p:nvPr/>
        </p:nvSpPr>
        <p:spPr>
          <a:xfrm>
            <a:off x="612648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193792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Hidden patterns in the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5486400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646464"/>
                </a:solidFill>
                <a:latin typeface="Aptos"/>
              </a:defRPr>
            </a:pPr>
            <a:r>
              <a:t>The need: a Machine Learning-based approach that reduces dimensionality and gives an effective visual representation. Our project uses PCA and t-SNE to transform multiple wine attributes into 2D representations.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2. Case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73152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 Quality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Working with physicochemical wine data and looking for patterns in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051560"/>
            <a:ext cx="73152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WineQT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Approximately 1,147 wine samples and 13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051560"/>
            <a:ext cx="73152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Quality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Wine quality score ranging from 0–10.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INPUT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50292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Aptos"/>
              </a:defRPr>
            </a:pPr>
            <a:r>
              <a:t>Acidity  ·  Sugar  ·  Density  ·  Sulphates  ·  Alcohol</a:t>
            </a:r>
            <a:br/>
            <a:r>
              <a:t>and other physicochemical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68880"/>
            <a:ext cx="4754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73152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596896"/>
            <a:ext cx="44348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35808"/>
            <a:ext cx="4407408" cy="576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Manually comparing multiple chemical attributes across more than a thousand wines is difficult and time-consuming.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4754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886200"/>
            <a:ext cx="73152" cy="1234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014215"/>
            <a:ext cx="44348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8"/>
            <a:ext cx="4407408" cy="576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A simple table-based comparison does not provide an easy way to visualize relationships and similarity.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77639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The analyst needs to answer: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51206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  <a:latin typeface="Aptos"/>
              </a:defRPr>
            </a:pPr>
            <a:r>
              <a:t>“Which wines have similar physicochemical profiles, and what patterns exist among the wines?”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646464"/>
                </a:solidFill>
                <a:latin typeface="Aptos"/>
              </a:defRPr>
            </a:pPr>
            <a:r>
              <a:t>Dataset source: Kaggle – WineQT.csv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3.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6984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Aptos"/>
              </a:defRPr>
            </a:pPr>
            <a:r>
              <a:t>“Wine Feature-Space Visualization Using PCA and t-SNE” applies dimensionality reduction to address the problem.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1907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11679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Check missing values, duplicates and unnecessary columns.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8775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88036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Use the 11 physicochemical attributes and keep quality as the target.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930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5643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749039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Scale the selected numerical features using StandardScaler.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43400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32511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Dimensionality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61772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Apply PCA (linear) and t-SNE (non-linear).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9379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48640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Show the reduced data using 2D scatter plots to explore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4. Practical Implementation – Dataset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Aptos"/>
              </a:defRPr>
            </a:pPr>
            <a:r>
              <a:t>Exploratory Data Analysis is performed before dimensionality reduction to understand the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6537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≈ 1,147 rows × 13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3736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737360"/>
            <a:ext cx="73152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86537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30428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Check null values in all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39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63239"/>
            <a:ext cx="73152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19125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Quality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3016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Most wines are rated around 5–6; extreme scores are less frequent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63239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063239"/>
            <a:ext cx="731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319125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Feature Distributions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63016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Histograms reveal spread and possible outliers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51713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Correlation 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Shows relationships among physicochemical properties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38912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389120"/>
            <a:ext cx="73152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451713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Outlier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495604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Boxplots identify unusual feature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Key insight: EDA helps identify feature relationships and prepares the data for PCA and t-SNE.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5. Algorithm Demonstration &amp;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5257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088136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PCA –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491032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Transforms correlated features into principal components that retain maximum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960120"/>
            <a:ext cx="5257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731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088136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t-SNE – Non-linear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527048"/>
            <a:ext cx="491032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Maps high-dimensional samples into 2D while preserving local similarity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PCA STEPS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889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70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Load WineQT.csv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063239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31927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300984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Drop Id and separate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93591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849624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31336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123944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4379975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398263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361688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rPr dirty="0"/>
              <a:t>Compute principal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654295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4910327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28615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892040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Transform into 2D and visualize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184647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t-SNE STEPS</a:t>
            </a:r>
          </a:p>
        </p:txBody>
      </p:sp>
      <p:sp>
        <p:nvSpPr>
          <p:cNvPr id="35" name="Oval 34"/>
          <p:cNvSpPr/>
          <p:nvPr/>
        </p:nvSpPr>
        <p:spPr>
          <a:xfrm>
            <a:off x="6263640" y="2788920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28072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770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Load and preprocess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063239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63640" y="3319272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333756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3300984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Standardize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593591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3" name="Oval 42"/>
          <p:cNvSpPr/>
          <p:nvPr/>
        </p:nvSpPr>
        <p:spPr>
          <a:xfrm>
            <a:off x="6263640" y="3849624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867911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3831336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Initialize t-SNE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4123944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7" name="Oval 46"/>
          <p:cNvSpPr/>
          <p:nvPr/>
        </p:nvSpPr>
        <p:spPr>
          <a:xfrm>
            <a:off x="6263640" y="4379975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4398263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4361688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Map samples to 2D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4654295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51" name="Oval 50"/>
          <p:cNvSpPr/>
          <p:nvPr/>
        </p:nvSpPr>
        <p:spPr>
          <a:xfrm>
            <a:off x="6263640" y="4910327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4928615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892040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Visualize similarity patterns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5184647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6. Final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WineQT.csv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73152" cy="822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614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417320"/>
            <a:ext cx="73152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1417320"/>
            <a:ext cx="73152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Scaling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54480" y="3063240"/>
            <a:ext cx="73152" cy="822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5564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t-SNE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0" y="3063240"/>
            <a:ext cx="73152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2D PCA Plot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89320" y="3063240"/>
            <a:ext cx="73152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048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2D t-SNE Plot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063240"/>
            <a:ext cx="22860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0" y="306324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13648" y="3191256"/>
            <a:ext cx="19659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1005840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1005840"/>
            <a:ext cx="12801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005840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Dimensionality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25196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00600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t>In short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709160"/>
            <a:ext cx="9144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ptos"/>
              </a:defRPr>
            </a:pPr>
            <a:r>
              <a:t>11D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709160"/>
            <a:ext cx="548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709160"/>
            <a:ext cx="9144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7030A0"/>
                </a:solidFill>
                <a:latin typeface="Aptos"/>
              </a:defRPr>
            </a:pPr>
            <a:r>
              <a:t>2D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617720"/>
            <a:ext cx="63093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The system converts the original multi-dimensional wine feature space into 2D visual representations using PCA and t-SNE.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486400"/>
            <a:ext cx="24688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Aptos"/>
              </a:defRPr>
            </a:pPr>
            <a:r>
              <a:t>PCA  →  Linear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48640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7030A0"/>
                </a:solidFill>
                <a:latin typeface="Aptos"/>
              </a:defRPr>
            </a:pPr>
            <a:r>
              <a:t>t-SNE  →  Non-linear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7. Expected Result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00584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Perform EDA on the WineQT dataset and understand its distributions and correlations.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280160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664208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45920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Reduce the dimensionality of the wine feature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38528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322576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340864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304288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Represent multiple physicochemical attributes in 2D visualizations.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596896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2980944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962656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Identify wines with similar attribute profiles.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255264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363931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621024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Reveal groups and patterns using PCA and t-SNE.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91363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4297679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1596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27939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Compare the global representation from PCA with the non-linear representation from t-SNE.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571999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4956048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974336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937760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Make multidimensional wine data easier to visually explore and analyze.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230368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50" b="1">
                <a:solidFill>
                  <a:srgbClr val="1F4E79"/>
                </a:solidFill>
                <a:latin typeface="Aptos"/>
              </a:defRPr>
            </a:pPr>
            <a:r>
              <a:t>The project provides a simplified 2D visual representation of wine physicochemical attributes, helping analysts explore similarities, groups and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8.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212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3152" cy="1828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64207"/>
            <a:ext cx="4864608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EDA provides an understanding of the wine dataset. PCA reduces dimensionality by preserving major variance, while t-SNE provides a non-linear visualization of local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212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1828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225295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664207"/>
            <a:ext cx="4864608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The combined approach makes complex wine-quality data easier to visualize and supports pattern discovery before predictive modelling.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947" y="3429000"/>
            <a:ext cx="6159474" cy="3139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rPr lang="en-US" dirty="0"/>
              <a:t>Drawbacks of existing systems that were implemented: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515600" cy="138499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• Apply K-Means clustering to identify natural groups of wines.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• Use Random Forest feature importance to identify influential chemical properties.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• Handle imbalance in wine quality classes.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I</a:t>
            </a:r>
            <a:r>
              <a:rPr dirty="0"/>
              <a:t>nteractive </a:t>
            </a:r>
            <a:r>
              <a:rPr dirty="0" err="1"/>
              <a:t>Plotly</a:t>
            </a:r>
            <a:r>
              <a:rPr dirty="0"/>
              <a:t> visualizations.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DAC529-BE9B-4D9F-8040-00407C433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94" y="1713265"/>
            <a:ext cx="6920764" cy="354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9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757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MADHU</cp:lastModifiedBy>
  <cp:revision>3</cp:revision>
  <dcterms:created xsi:type="dcterms:W3CDTF">2013-01-27T09:14:16Z</dcterms:created>
  <dcterms:modified xsi:type="dcterms:W3CDTF">2026-09-29T08:09:46Z</dcterms:modified>
  <cp:category/>
</cp:coreProperties>
</file>